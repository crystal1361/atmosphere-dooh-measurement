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but true lift decays out over ~8 more weeks (adstock carryover) — not yet analyzed.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4" name="Text 11"/>
          <p:cNvSpPr/>
          <p:nvPr/>
        </p:nvSpPr>
        <p:spPr>
          <a:xfrm>
            <a:off x="7406640" y="3639312"/>
            <a:ext cx="4206240" cy="77724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tests = 4 pre-treatment covariates (baseline traffic level, dwell time, screen count, audience quality) × 4 venue types. Only 2 came back significant at p≤0.05.</a:t>
            </a:r>
            <a:endParaRPr lang="en-US" sz="1050" dirty="0"/>
          </a:p>
        </p:txBody>
      </p:sp>
      <p:sp>
        <p:nvSpPr>
          <p:cNvPr id="15" name="Text 12"/>
          <p:cNvSpPr/>
          <p:nvPr/>
        </p:nvSpPr>
        <p:spPr>
          <a:xfrm>
            <a:off x="7406640" y="4462272"/>
            <a:ext cx="4206240" cy="13716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tests follows Binomial(16, 0.05): mean 0.8, P(≥2) ≈ 19%. Two sits well inside that distribution's main mass — nowhere near a red-flag tail value like 8+. Randomization worked as designed, not assumed.</a:t>
            </a:r>
            <a:endParaRPr lang="en-US" sz="1050" dirty="0"/>
          </a:p>
        </p:txBody>
      </p:sp>
      <p:sp>
        <p:nvSpPr>
          <p:cNvPr id="16" name="Text 1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0020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Estimate     SE      p-value</a:t>
            </a:r>
            <a:endParaRPr lang="en-US" sz="950" dirty="0"/>
          </a:p>
        </p:txBody>
      </p:sp>
      <p:sp>
        <p:nvSpPr>
          <p:cNvPr id="8" name="Text 5"/>
          <p:cNvSpPr/>
          <p:nvPr/>
        </p:nvSpPr>
        <p:spPr>
          <a:xfrm>
            <a:off x="7406640" y="1920240"/>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During campaign     +13.26    1.26   &lt; 0.001</a:t>
            </a:r>
            <a:endParaRPr lang="en-US" sz="1050" dirty="0"/>
          </a:p>
        </p:txBody>
      </p:sp>
      <p:sp>
        <p:nvSpPr>
          <p:cNvPr id="9" name="Text 6"/>
          <p:cNvSpPr/>
          <p:nvPr/>
        </p:nvSpPr>
        <p:spPr>
          <a:xfrm>
            <a:off x="7406640" y="2267712"/>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0–10 wks after       +2.52    1.16   0.031</a:t>
            </a:r>
            <a:endParaRPr lang="en-US" sz="1050" dirty="0"/>
          </a:p>
        </p:txBody>
      </p:sp>
      <p:sp>
        <p:nvSpPr>
          <p:cNvPr id="10" name="Text 7"/>
          <p:cNvSpPr/>
          <p:nvPr/>
        </p:nvSpPr>
        <p:spPr>
          <a:xfrm>
            <a:off x="7406640" y="2615184"/>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10–20 wks after      -1.43    1.20   0.236</a:t>
            </a:r>
            <a:endParaRPr lang="en-US" sz="1050" dirty="0"/>
          </a:p>
        </p:txBody>
      </p:sp>
      <p:sp>
        <p:nvSpPr>
          <p:cNvPr id="11" name="Text 8"/>
          <p:cNvSpPr/>
          <p:nvPr/>
        </p:nvSpPr>
        <p:spPr>
          <a:xfrm>
            <a:off x="7406640" y="2962656"/>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Full post (34wk)     +0.05    0.75   0.945</a:t>
            </a:r>
            <a:endParaRPr lang="en-US" sz="1050" dirty="0"/>
          </a:p>
        </p:txBody>
      </p:sp>
      <p:sp>
        <p:nvSpPr>
          <p:cNvPr id="12" name="Text 9"/>
          <p:cNvSpPr/>
          <p:nvPr/>
        </p:nvSpPr>
        <p:spPr>
          <a:xfrm>
            <a:off x="7406640" y="3447288"/>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3" name="Text 10"/>
          <p:cNvSpPr/>
          <p:nvPr/>
        </p:nvSpPr>
        <p:spPr>
          <a:xfrm>
            <a:off x="7406640" y="3767328"/>
            <a:ext cx="420624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4" name="Text 11"/>
          <p:cNvSpPr/>
          <p:nvPr/>
        </p:nvSpPr>
        <p:spPr>
          <a:xfrm>
            <a:off x="7406640" y="5093208"/>
            <a:ext cx="4206240" cy="9144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2026-09-08T13:23:19Z</dcterms:created>
  <dcterms:modified xsi:type="dcterms:W3CDTF">2026-09-08T13:23:19Z</dcterms:modified>
</cp:coreProperties>
</file>