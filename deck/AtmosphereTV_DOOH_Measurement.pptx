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(RCT)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13.46</c:v>
                </c:pt>
                <c:pt idx="1">
                  <c:v>10.31</c:v>
                </c:pt>
                <c:pt idx="2">
                  <c:v>16.42</c:v>
                </c:pt>
                <c:pt idx="3">
                  <c:v>8.08</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(Synthetic Control)</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12.17</c:v>
                </c:pt>
                <c:pt idx="1">
                  <c:v>9.52</c:v>
                </c:pt>
                <c:pt idx="2">
                  <c:v>15.82</c:v>
                </c:pt>
                <c:pt idx="3">
                  <c:v>7.33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data with a known, injected ground truth</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6" name="Shape 4"/>
          <p:cNvSpPr/>
          <p:nvPr/>
        </p:nvSpPr>
        <p:spPr>
          <a:xfrm>
            <a:off x="548640" y="1828800"/>
            <a:ext cx="5394960" cy="4023360"/>
          </a:xfrm>
          <a:prstGeom prst="roundRect">
            <a:avLst>
              <a:gd name="adj" fmla="val 2273"/>
            </a:avLst>
          </a:prstGeom>
          <a:solidFill>
            <a:srgbClr val="F5F7FC"/>
          </a:solidFill>
          <a:ln/>
        </p:spPr>
      </p:sp>
      <p:sp>
        <p:nvSpPr>
          <p:cNvPr id="7" name="Text 5"/>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8" name="Text 6"/>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9" name="Text 7"/>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10" name="Shape 8"/>
          <p:cNvSpPr/>
          <p:nvPr/>
        </p:nvSpPr>
        <p:spPr>
          <a:xfrm>
            <a:off x="6309360" y="1828800"/>
            <a:ext cx="5394960" cy="4023360"/>
          </a:xfrm>
          <a:prstGeom prst="roundRect">
            <a:avLst>
              <a:gd name="adj" fmla="val 2273"/>
            </a:avLst>
          </a:prstGeom>
          <a:solidFill>
            <a:srgbClr val="F5F7FC"/>
          </a:solidFill>
          <a:ln/>
        </p:spPr>
      </p:sp>
      <p:sp>
        <p:nvSpPr>
          <p:cNvPr id="11" name="Text 9"/>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2" name="Text 10"/>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3" name="Text 11"/>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4"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RCT geo-holdout — high confidence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9" name="Text 6"/>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10" name="Text 7"/>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11" name="Text 8"/>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2" name="Text 9"/>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3" name="Text 10"/>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4" name="Text 11"/>
          <p:cNvSpPr/>
          <p:nvPr/>
        </p:nvSpPr>
        <p:spPr>
          <a:xfrm>
            <a:off x="7406640" y="3639312"/>
            <a:ext cx="4206240" cy="77724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tests = 4 pre-treatment covariates (baseline traffic level, dwell time, screen count, audience quality) × 4 venue types. Only 2 came back significant at p≤0.05.</a:t>
            </a:r>
            <a:endParaRPr lang="en-US" sz="1050" dirty="0"/>
          </a:p>
        </p:txBody>
      </p:sp>
      <p:sp>
        <p:nvSpPr>
          <p:cNvPr id="15" name="Text 12"/>
          <p:cNvSpPr/>
          <p:nvPr/>
        </p:nvSpPr>
        <p:spPr>
          <a:xfrm>
            <a:off x="7406640" y="4462272"/>
            <a:ext cx="4206240" cy="13716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tests follows Binomial(16, 0.05): mean 0.8, P(≥2) ≈ 19%. Two sits well inside that distribution's main mass — nowhere near a red-flag tail value like 8+. Randomization worked as designed, not assumed.</a:t>
            </a:r>
            <a:endParaRPr lang="en-US" sz="1050" dirty="0"/>
          </a:p>
        </p:txBody>
      </p:sp>
      <p:sp>
        <p:nvSpPr>
          <p:cNvPr id="16" name="Text 1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control — moderate confidence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Covers historical, non-randomized campaigns — the identifying assumption can't be directly tested the way randomization can, only checked indirectly.</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2026-09-08T05:14:46Z</dcterms:created>
  <dcterms:modified xsi:type="dcterms:W3CDTF">2026-09-08T05:14:46Z</dcterms:modified>
</cp:coreProperties>
</file>