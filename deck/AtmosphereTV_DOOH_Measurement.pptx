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50" b="0" i="0" u="none" strike="noStrike">
                <a:solidFill>
                  <a:srgbClr val="1E2761"/>
                </a:solidFill>
                <a:latin typeface="Arial"/>
              </a:rPr>
              <a:t>Feature importance (permutation, test set)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R² drop)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dwell time min</c:v>
                  </c:pt>
                  <c:pt idx="1">
                    <c:v>audience quality</c:v>
                  </c:pt>
                  <c:pt idx="2">
                    <c:v>geo cluster</c:v>
                  </c:pt>
                  <c:pt idx="3">
                    <c:v>baseline level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0.075</c:v>
                </c:pt>
                <c:pt idx="1">
                  <c:v>0.142</c:v>
                </c:pt>
                <c:pt idx="2">
                  <c:v>0.269</c:v>
                </c:pt>
                <c:pt idx="3">
                  <c:v>0.813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budget optimizer, and venue-revenue model — built to answer the questions Atmosphere's advertising business and its own network economics run 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989320"/>
            <a:ext cx="457200" cy="45720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5989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technical demo  •  Senior Data Scientist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this project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sell-side differentiator: measurement Atmosphere's go-to-market team can take to market and clients can trust.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344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split across restaurants, gyms, bars, and waiting rooms — accounting for each venue type's own diminishing-returns curve?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media-planning / pricing question advertisers ask before they commit spend.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Where's Atmosphere's own revenue upside?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5820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under-monetized relative to their own traffic and quality — and which prospective venues are worth prioritizing for network expansion?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Atmosphere's own buy-side question, not the advertiser's.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70332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70332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3504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8368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1540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28116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8871E"/>
          </a:solidFill>
          <a:ln/>
        </p:spPr>
      </p:sp>
      <p:sp>
        <p:nvSpPr>
          <p:cNvPr id="22" name="Text 20"/>
          <p:cNvSpPr/>
          <p:nvPr/>
        </p:nvSpPr>
        <p:spPr>
          <a:xfrm>
            <a:off x="946404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6404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46404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6404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a single trusted experimental read (RCT) is expensive to run everywhere, so it's used to calibrate a richer but less-trusted model (MMM) that covers the whole network — and that calibrated model then powers a budget decision.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answers the advertising side. Phase 2 answers the venue-network side — both built, one connected system.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Advertising incrementality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5993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Phase 2 as a validated causal-value input (calibrated per-exposure lift), not a separate silo.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Venue economics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a venue's realized ad-revenue from its characteristics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40156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existing venues for sales/ops follow-up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405993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Rank prospective venues for expansion priority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4718304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Gradient-boosted trees, honest out-of-fold evaluation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Phase 1's causal-value input, rather than being a disconnected second project. Results on the next slide.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predicting venue ad-revenue,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observable venue characteristics + Phase 1's calibrated per-exposure lift as a feature.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MAPE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Corr. w/ latent true potential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gap rate</a:t>
            </a:r>
            <a:endParaRPr lang="en-US" sz="9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under-monetized venues (of 20 flagged)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#85 (Restaurants)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#309 (Waiting Rooms)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#53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#247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prospect venues (expansion priority)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P0018 — Bars (existing market)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$684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P0055 — Restaurants (existing market)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P0000 — Bars (new market)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P0001 — Bars (new market)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$496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predictions, never a model scoring the venue it was trained on. Phase 1's calibrated-lift feature carries near-zero importance — honest, since it's constant within venue_type once venue_type itself is a feature.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economics — Phase 2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26464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716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94760" y="13716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— Phase 1 and Phase 2 — are synthetic, with a known injected ground-truth effect used specifically to validate that each method recovers it before trusting it conceptually. Not a claim about any real company's data.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33472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78608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&amp; rate-card figures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794760" y="2578608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ad rate card, and similar parameters shown are illustrative demo values, not researched real industry benchmarks. In production: Nielsen OOH, DSP data (e.g. Vistar), or Atmosphere's own play logs and rate card.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785616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94760" y="3785616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047488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992624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revenue assumptions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94760" y="4992624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allocator, and the ad-rate-card behind Phase 2's revenue model, are illustrative, editable placeholders — in production these come from Atmosphere's own rate card by venue type and daypart.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system, not two projects: Phase 2's venue-revenue model reuses Phase 1's causal-value input, recovers latent ground truth at 0.95 correlation, and cleanly separates market-level effects from venue-level execution gaps.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2026-09-02T21:47:35Z</dcterms:created>
  <dcterms:modified xsi:type="dcterms:W3CDTF">2026-09-02T21:47:35Z</dcterms:modified>
</cp:coreProperties>
</file>